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embeddedFontLst>
    <p:embeddedFont>
      <p:font typeface="Montserra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6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Video URL: https://videos.pexels.com/video-files/1793334/1793334-hd_1920_1080_30fps.mp4</a:t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748378"/>
            <a:ext cx="11998500" cy="501268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Brain_W3_VF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2127" r="2127" t="0"/>
          <a:stretch/>
        </p:blipFill>
        <p:spPr>
          <a:xfrm>
            <a:off x="95226" y="1748378"/>
            <a:ext cx="11998500" cy="501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051523" y="588022"/>
            <a:ext cx="6085906" cy="414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8"/>
              <a:buFont typeface="Montserrat"/>
              <a:buNone/>
            </a:pPr>
            <a:r>
              <a:rPr b="0" i="0" lang="en-US" sz="310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051523" y="1045256"/>
            <a:ext cx="6085906" cy="331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72"/>
              <a:buFont typeface="Montserrat"/>
              <a:buNone/>
            </a:pPr>
            <a:r>
              <a:rPr b="0" i="0" lang="en-US" sz="207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3 DAY 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Today we build confidence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9_w3_5-2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619315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Hugging Face pipelines, tokenizers and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3892370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260107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692791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work with tokenizers and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Run inference on open-source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 an LLM solution combining Frontier and open-source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solution that makes meeting minutes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Take an audio recording of a meeting, and generate minutes and actions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" name="Google Shape;41;p5"/>
          <p:cNvGrpSpPr/>
          <p:nvPr/>
        </p:nvGrpSpPr>
        <p:grpSpPr>
          <a:xfrm>
            <a:off x="372811" y="2891067"/>
            <a:ext cx="3634784" cy="1980853"/>
            <a:chOff x="372811" y="2891067"/>
            <a:chExt cx="3634784" cy="1980853"/>
          </a:xfrm>
        </p:grpSpPr>
        <p:pic>
          <p:nvPicPr>
            <p:cNvPr descr="audio to text 2.png"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76006" y="289106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372811" y="4411115"/>
              <a:ext cx="3634784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a Frontier model to convert the audio to text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" name="Google Shape;44;p5"/>
          <p:cNvGrpSpPr/>
          <p:nvPr/>
        </p:nvGrpSpPr>
        <p:grpSpPr>
          <a:xfrm>
            <a:off x="4559906" y="2891067"/>
            <a:ext cx="3069140" cy="1980853"/>
            <a:chOff x="4559906" y="2891067"/>
            <a:chExt cx="3069140" cy="1980853"/>
          </a:xfrm>
        </p:grpSpPr>
        <p:pic>
          <p:nvPicPr>
            <p:cNvPr descr="minutes.png" id="45" name="Google Shape;45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80280" y="289106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46;p5"/>
            <p:cNvSpPr/>
            <p:nvPr/>
          </p:nvSpPr>
          <p:spPr>
            <a:xfrm>
              <a:off x="4559906" y="4411115"/>
              <a:ext cx="3069140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 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</a:t>
              </a: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open source model to generate minutes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8333244" y="2891067"/>
            <a:ext cx="3331012" cy="1980853"/>
            <a:chOff x="8333244" y="2891067"/>
            <a:chExt cx="3331012" cy="1980853"/>
          </a:xfrm>
        </p:grpSpPr>
        <p:pic>
          <p:nvPicPr>
            <p:cNvPr descr="markdown.png" id="48" name="Google Shape;4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284553" y="2891067"/>
              <a:ext cx="1428393" cy="14283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5"/>
            <p:cNvSpPr/>
            <p:nvPr/>
          </p:nvSpPr>
          <p:spPr>
            <a:xfrm>
              <a:off x="8333244" y="4411115"/>
              <a:ext cx="3331012" cy="4608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Stream back results and show in Markdown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419516"/>
            <a:ext cx="12188878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THE RESULTS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0" y="790154"/>
            <a:ext cx="12188878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solution combining Frontier and open-source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reenshot 2024-08-24 at 12.58.18 PM.png" id="57" name="Google Shape;57;p6"/>
          <p:cNvPicPr preferRelativeResize="0"/>
          <p:nvPr/>
        </p:nvPicPr>
        <p:blipFill rotWithShape="1">
          <a:blip r:embed="rId3">
            <a:alphaModFix/>
          </a:blip>
          <a:srcRect b="-1746" l="-10778" r="-10778" t="-1746"/>
          <a:stretch/>
        </p:blipFill>
        <p:spPr>
          <a:xfrm>
            <a:off x="952262" y="1533142"/>
            <a:ext cx="10562483" cy="507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YOUR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0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now - an important business challenge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7318238" y="1952137"/>
            <a:ext cx="4394583" cy="442801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22087" r="22087" t="0"/>
          <a:stretch/>
        </p:blipFill>
        <p:spPr>
          <a:xfrm>
            <a:off x="7318238" y="1952137"/>
            <a:ext cx="4394583" cy="442801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761810" y="2173835"/>
            <a:ext cx="6478796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Generating Synthetic Data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61810" y="2714616"/>
            <a:ext cx="6478796" cy="1657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Write models that can generate datasets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a variety of models and prompts for diverse outputs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Gradio UI for your product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p7"/>
          <p:cNvCxnSpPr/>
          <p:nvPr/>
        </p:nvCxnSpPr>
        <p:spPr>
          <a:xfrm>
            <a:off x="761810" y="4593622"/>
            <a:ext cx="5889812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0" name="Google Shape;70;p7"/>
          <p:cNvGrpSpPr/>
          <p:nvPr/>
        </p:nvGrpSpPr>
        <p:grpSpPr>
          <a:xfrm>
            <a:off x="761810" y="5005698"/>
            <a:ext cx="6478796" cy="1116602"/>
            <a:chOff x="761810" y="5005698"/>
            <a:chExt cx="6478796" cy="1116602"/>
          </a:xfrm>
        </p:grpSpPr>
        <p:sp>
          <p:nvSpPr>
            <p:cNvPr id="71" name="Google Shape;71;p7"/>
            <p:cNvSpPr/>
            <p:nvPr/>
          </p:nvSpPr>
          <p:spPr>
            <a:xfrm>
              <a:off x="761810" y="5005698"/>
              <a:ext cx="6478796" cy="28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2A8BB"/>
                </a:buClr>
                <a:buSzPts val="1800"/>
                <a:buFont typeface="Montserrat"/>
                <a:buNone/>
              </a:pPr>
              <a:r>
                <a:rPr b="1" i="0" lang="en-US" sz="1800" u="none" cap="none" strike="noStrike">
                  <a:solidFill>
                    <a:srgbClr val="62A8B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Why is this useful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761810" y="5546479"/>
              <a:ext cx="6478796" cy="575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Montserrat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Applies to almost any business area - you can use this in your day job and home projects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3 COMPLETE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You've acquired pro skills!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10_w3_5-1.png" id="81" name="Google Shape;81;p8"/>
          <p:cNvPicPr preferRelativeResize="0"/>
          <p:nvPr/>
        </p:nvPicPr>
        <p:blipFill rotWithShape="1">
          <a:blip r:embed="rId3">
            <a:alphaModFix/>
          </a:blip>
          <a:srcRect b="4860" l="6601" r="6601" t="486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5156392" y="2186631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5156392" y="2619315"/>
            <a:ext cx="6897791" cy="13261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code with Frontier Models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 multi-modal AI Assistant with Tools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an LLM solution combining frontier and open-source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8"/>
          <p:cNvCxnSpPr/>
          <p:nvPr/>
        </p:nvCxnSpPr>
        <p:spPr>
          <a:xfrm>
            <a:off x="5156349" y="4122773"/>
            <a:ext cx="6270717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8"/>
          <p:cNvSpPr/>
          <p:nvPr/>
        </p:nvSpPr>
        <p:spPr>
          <a:xfrm>
            <a:off x="5156392" y="4490510"/>
            <a:ext cx="6897791" cy="230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440"/>
              <a:buFont typeface="Montserrat"/>
              <a:buNone/>
            </a:pPr>
            <a:r>
              <a:rPr b="1" i="0" lang="en-US" sz="14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After next week you'll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5156392" y="4923194"/>
            <a:ext cx="6897791" cy="1095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Pick the right LLM for the task at hand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LLMs using Leaderboards and Arenas</a:t>
            </a:r>
            <a:endParaRPr/>
          </a:p>
          <a:p>
            <a:pPr indent="-242900" lvl="0" marL="242900" marR="0" rtl="0" algn="l">
              <a:lnSpc>
                <a:spcPct val="125972"/>
              </a:lnSpc>
              <a:spcBef>
                <a:spcPts val="1562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Char char="•"/>
            </a:pPr>
            <a:r>
              <a:rPr b="0" i="0" lang="en-US" sz="144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code using Frontier and Open-source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