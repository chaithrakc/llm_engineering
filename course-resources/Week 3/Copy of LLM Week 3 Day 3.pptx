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https://videos.pexels.com/video-files/3130284/3130284-uhd_3840_2160_30fps.mp4</a:t>
            </a:r>
            <a:br>
              <a:rPr lang="en-US"/>
            </a:br>
            <a:r>
              <a:rPr lang="en-US"/>
              <a:t>Video URL: https://videos.pexels.com/video-files/3130182/3130182-uhd_3840_2160_30fps.mp4</a:t>
            </a:r>
            <a:br>
              <a:rPr lang="en-US"/>
            </a:br>
            <a:r>
              <a:rPr lang="en-US"/>
              <a:t>Video URL: https://videos.pexels.com/video-files/3129957/3129957-uhd_3840_2160_25fps.mp4</a:t>
            </a:r>
            <a:br>
              <a:rPr lang="en-US"/>
            </a:br>
            <a:r>
              <a:rPr lang="en-US"/>
              <a:t>Video URL: https://videos.pexels.com/video-files/2887463/2887463-hd_1920_1080_25fps.mp4</a:t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60375"/>
            <a:ext cx="11998500" cy="5000684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3_VF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2013" r="2013" t="0"/>
          <a:stretch/>
        </p:blipFill>
        <p:spPr>
          <a:xfrm>
            <a:off x="95226" y="1760375"/>
            <a:ext cx="11998500" cy="500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3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Sleeves rolled 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4 at 11.26.51.png" id="28" name="Google Shape;28;p4"/>
          <p:cNvPicPr preferRelativeResize="0"/>
          <p:nvPr/>
        </p:nvPicPr>
        <p:blipFill rotWithShape="1">
          <a:blip r:embed="rId3">
            <a:alphaModFix/>
          </a:blip>
          <a:srcRect b="2516" l="4347" r="4347" t="2516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19315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Hugging Face pipelines for a wide variety of inference tasks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3892370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260107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Today we get into the lower level Hugging Face API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692791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tokenizers for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Translate between text and tokens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special tokens and chat templates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Introducing the Tokenizer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Maps between Text and Tokens for a particular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2046873" y="2763375"/>
            <a:ext cx="3687300" cy="2211248"/>
            <a:chOff x="2046873" y="2763375"/>
            <a:chExt cx="3687300" cy="2211248"/>
          </a:xfrm>
        </p:grpSpPr>
        <p:pic>
          <p:nvPicPr>
            <p:cNvPr descr="text-to-token.png"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5277" l="5277" r="5277" t="5277"/>
            <a:stretch/>
          </p:blipFill>
          <p:spPr>
            <a:xfrm>
              <a:off x="3176256" y="2763375"/>
              <a:ext cx="1428392" cy="14283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2046873" y="4283423"/>
              <a:ext cx="36873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Translates between Text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b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Tokens and Token IDs</a:t>
              </a:r>
              <a:b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 encode() and decode() methods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5"/>
          <p:cNvGrpSpPr/>
          <p:nvPr/>
        </p:nvGrpSpPr>
        <p:grpSpPr>
          <a:xfrm>
            <a:off x="5972097" y="2763375"/>
            <a:ext cx="3645300" cy="2211248"/>
            <a:chOff x="5972097" y="2763375"/>
            <a:chExt cx="3645300" cy="2211248"/>
          </a:xfrm>
        </p:grpSpPr>
        <p:pic>
          <p:nvPicPr>
            <p:cNvPr descr="Signal.png" id="45" name="Google Shape;4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80530" y="2763375"/>
              <a:ext cx="1428392" cy="14283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5"/>
            <p:cNvSpPr/>
            <p:nvPr/>
          </p:nvSpPr>
          <p:spPr>
            <a:xfrm>
              <a:off x="5972097" y="4283423"/>
              <a:ext cx="36453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Contains a Vocab that can include special tokens to signal information to the LLM, like start of prompt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Tokenizers for key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will experiment with tokenizers for a variety of open-source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76131" y="2323519"/>
            <a:ext cx="2666333" cy="277108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/>
          </a:blip>
          <a:srcRect b="5402" l="25862" r="25862" t="5402"/>
          <a:stretch/>
        </p:blipFill>
        <p:spPr>
          <a:xfrm>
            <a:off x="476131" y="2323519"/>
            <a:ext cx="2666333" cy="27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342814" y="5233869"/>
            <a:ext cx="29329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42814" y="5550199"/>
            <a:ext cx="29329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 led the way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332917" y="2323519"/>
            <a:ext cx="2666333" cy="277108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10714" l="28737" r="28737" t="10714"/>
          <a:stretch/>
        </p:blipFill>
        <p:spPr>
          <a:xfrm>
            <a:off x="3332917" y="2323519"/>
            <a:ext cx="2666333" cy="27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3199600" y="5233869"/>
            <a:ext cx="29329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 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199600" y="5550199"/>
            <a:ext cx="29329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Microsoft's entrant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189702" y="2323519"/>
            <a:ext cx="2666333" cy="277108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5">
            <a:alphaModFix/>
          </a:blip>
          <a:srcRect b="10714" l="28737" r="28737" t="10714"/>
          <a:stretch/>
        </p:blipFill>
        <p:spPr>
          <a:xfrm>
            <a:off x="6189702" y="2323519"/>
            <a:ext cx="2666333" cy="27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6056386" y="5233869"/>
            <a:ext cx="29329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DeepSeek 3.1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056386" y="5550199"/>
            <a:ext cx="29329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DeepSeek 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046488" y="2323519"/>
            <a:ext cx="2666333" cy="277108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6">
            <a:alphaModFix/>
          </a:blip>
          <a:srcRect b="10714" l="28737" r="28737" t="10714"/>
          <a:stretch/>
        </p:blipFill>
        <p:spPr>
          <a:xfrm>
            <a:off x="9046488" y="2323519"/>
            <a:ext cx="2666333" cy="27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8913171" y="5233869"/>
            <a:ext cx="2932967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Qwen 2.5 Coder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8913171" y="5550199"/>
            <a:ext cx="2932967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Leading open-source c</a:t>
            </a: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oding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3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Ready for transformers..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4 at 11.27.18 (1).png" id="78" name="Google Shape;78;p7"/>
          <p:cNvPicPr preferRelativeResize="0"/>
          <p:nvPr/>
        </p:nvPicPr>
        <p:blipFill rotWithShape="1">
          <a:blip r:embed="rId3">
            <a:alphaModFix/>
          </a:blip>
          <a:srcRect b="4860" l="6601" r="6601" t="486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/>
          <p:nvPr/>
        </p:nvSpPr>
        <p:spPr>
          <a:xfrm>
            <a:off x="5156392" y="2183432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156392" y="2643047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HuggingFace pipelines and tokenizers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5156349" y="3995334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7"/>
          <p:cNvSpPr/>
          <p:nvPr/>
        </p:nvSpPr>
        <p:spPr>
          <a:xfrm>
            <a:off x="5156392" y="4374155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next time you will be able to use the powerful APIs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156392" y="4833771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 with HuggingFace lower level APIs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HuggingFace models to generate text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the results across 5 open source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