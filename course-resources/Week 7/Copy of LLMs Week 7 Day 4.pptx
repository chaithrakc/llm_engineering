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40405"/>
            <a:ext cx="11998500" cy="5120654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8, 2025 - 7_47PM (1) (2)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1226" l="0" r="0" t="1226"/>
          <a:stretch/>
        </p:blipFill>
        <p:spPr>
          <a:xfrm>
            <a:off x="95226" y="1640405"/>
            <a:ext cx="11998500" cy="512065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7 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Visualizing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7_w7_4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and choosing hyper-parameters and kicking off a training run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86" y="4348196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 in to Training Loss vs Validation Loss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See your model in the Hugging Face hub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training run performance and do hyperparameter optimization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7 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Tomorrow: results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8_w7_4-1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5156392" y="2187970"/>
            <a:ext cx="6897791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1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156392" y="2543060"/>
            <a:ext cx="6897791" cy="1891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HuggingFace, including tools, assistants and RAG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QLoRA for fine-tuning open-source models including defining and choosing hyper-parameters and running and monitoring training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5156349" y="4557466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5156392" y="4869406"/>
            <a:ext cx="6897791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0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tomorrow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156392" y="5224496"/>
            <a:ext cx="6897791" cy="83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inference on a QLoRA fine-tuned model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open source models to solve a business problem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