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URL: https://videos.pexels.com/video-files/6963744/6963744-hd_1920_1080_25fps.mp4</a:t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48378"/>
            <a:ext cx="11998500" cy="501268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4, 2025 - 3_12PM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2254" l="0" r="0" t="2254"/>
          <a:stretch/>
        </p:blipFill>
        <p:spPr>
          <a:xfrm>
            <a:off x="95226" y="1748378"/>
            <a:ext cx="11998500" cy="501268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1523" y="588022"/>
            <a:ext cx="6085906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51523" y="1045256"/>
            <a:ext cx="6085906" cy="331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72"/>
              <a:buFont typeface="Montserrat"/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4 DAY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Open Source keep up?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5_w4_3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9830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95434"/>
            <a:ext cx="6897791" cy="1243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with Frontier Models including AI Assistants with Tools, 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solutions that use Frontier models to generate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004782"/>
            <a:ext cx="6270717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361434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767038"/>
            <a:ext cx="6897791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 open-source models for coding ability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multiple open-source models with a benchmark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solution that uses open-source LLMs to generate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Reminder of the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76131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0" l="22087" r="22087" t="0"/>
          <a:stretch/>
        </p:blipFill>
        <p:spPr>
          <a:xfrm>
            <a:off x="476131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5537297" y="2154641"/>
            <a:ext cx="6478796" cy="748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Montserrat"/>
              <a:buNone/>
            </a:pPr>
            <a:r>
              <a:rPr b="1" i="0" lang="en-US" sz="23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product that converts Python code to C++ for performance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537297" y="3455446"/>
            <a:ext cx="6478796" cy="511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Ed's experiments, the performance speedups were:</a:t>
            </a:r>
            <a:endParaRPr sz="14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4th place: Claude Sonnet 4.5: </a:t>
            </a:r>
            <a:r>
              <a:rPr b="1"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184</a:t>
            </a: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 speedup</a:t>
            </a:r>
            <a:endParaRPr sz="14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3rd place: GPT-5: </a:t>
            </a:r>
            <a:r>
              <a:rPr b="1"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233</a:t>
            </a: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 speedup</a:t>
            </a:r>
            <a:endParaRPr sz="14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2nd place: Grok 4: </a:t>
            </a:r>
            <a:r>
              <a:rPr b="1"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1060</a:t>
            </a: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 speedup</a:t>
            </a:r>
            <a:endParaRPr sz="14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1st place: Gemini 2.5 Pro: </a:t>
            </a:r>
            <a:r>
              <a:rPr b="1"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1440</a:t>
            </a:r>
            <a:r>
              <a:rPr lang="en-US" sz="14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 speedup</a:t>
            </a:r>
            <a:endParaRPr sz="14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Montserrat"/>
              <a:buNone/>
            </a:pPr>
            <a:r>
              <a:t/>
            </a:r>
            <a:endParaRPr sz="14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537297" y="5510375"/>
            <a:ext cx="6478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will open-source hold up?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3228168" y="1847388"/>
            <a:ext cx="5532642" cy="28948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ABABA"/>
              </a:buClr>
              <a:buSzPts val="1200"/>
              <a:buFont typeface="Courier"/>
              <a:buNone/>
            </a:pP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Simple test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CodeQwen1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.5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-7B gave same C++ code: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Result: 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3.141592658590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Execution Time: 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0.073004417000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seconds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100X Speedup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Hard test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Unfortunately Qwen failed to reproduce the answer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 REPORT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One final hard test remains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4 at 18.58.21.png" id="62" name="Google Shape;62;p7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5156392" y="2189830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5156392" y="2595434"/>
            <a:ext cx="6897791" cy="1243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with Frontier Models including AI Assistants with Tools, and with open-source models with HuggingFace transformers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Frontier and open-source LLMs to generate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7"/>
          <p:cNvCxnSpPr/>
          <p:nvPr/>
        </p:nvCxnSpPr>
        <p:spPr>
          <a:xfrm>
            <a:off x="5156349" y="4004782"/>
            <a:ext cx="6270719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7"/>
          <p:cNvSpPr/>
          <p:nvPr/>
        </p:nvSpPr>
        <p:spPr>
          <a:xfrm>
            <a:off x="5156392" y="4361434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Next time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5156392" y="4767038"/>
            <a:ext cx="6897791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performance of open-source and closed source models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Discuss Evaluations: metrics for assessing model performance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solutions that use code generation for diverse tasks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