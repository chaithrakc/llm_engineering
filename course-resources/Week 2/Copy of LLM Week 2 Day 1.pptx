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4e5a473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84e5a473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4e5a473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41445"/>
            <a:ext cx="11998500" cy="5019614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py of Brain_V4_full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2194" r="2194" t="0"/>
          <a:stretch/>
        </p:blipFill>
        <p:spPr>
          <a:xfrm>
            <a:off x="95226" y="1741445"/>
            <a:ext cx="11998500" cy="501961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360350" y="419516"/>
            <a:ext cx="7702556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360350" y="790154"/>
            <a:ext cx="7702556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Week 2 commences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234335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_w2_1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3681" r="3681" t="0"/>
          <a:stretch/>
        </p:blipFill>
        <p:spPr>
          <a:xfrm>
            <a:off x="0" y="0"/>
            <a:ext cx="4234335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4996145" y="2186631"/>
            <a:ext cx="707406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already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996145" y="2619315"/>
            <a:ext cx="7074063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 to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transformers, tokens, context windows, API costs etc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Contrast the leading Frontier LLMs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4996101" y="4122773"/>
            <a:ext cx="6430968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4996145" y="4490510"/>
            <a:ext cx="707406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996145" y="4923194"/>
            <a:ext cx="7074063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OpenAI 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</a:t>
            </a: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 to connect to many frontier model APIs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routers and abstraction layers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Write code that interacts between frontier LLMs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RECAP: 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8 WEEK JOURNEY TO  MASTERY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37815"/>
            <a:ext cx="12198476" cy="39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371382" y="5531898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</a:t>
            </a:r>
            <a:r>
              <a:rPr b="1" lang="en-US"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WERE</a:t>
            </a: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17720" y="2727486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791" y="2390178"/>
            <a:ext cx="371382" cy="485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1209373" y="4261595"/>
            <a:ext cx="1676100" cy="1213911"/>
            <a:chOff x="1209373" y="4261595"/>
            <a:chExt cx="1676100" cy="1213911"/>
          </a:xfrm>
        </p:grpSpPr>
        <p:sp>
          <p:nvSpPr>
            <p:cNvPr id="45" name="Google Shape;45;p5"/>
            <p:cNvSpPr/>
            <p:nvPr/>
          </p:nvSpPr>
          <p:spPr>
            <a:xfrm>
              <a:off x="1209373" y="4261595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09373" y="4558656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Foundations and the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 Completions API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7" name="Google Shape;4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1609" y="5066033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5"/>
          <p:cNvGrpSpPr/>
          <p:nvPr/>
        </p:nvGrpSpPr>
        <p:grpSpPr>
          <a:xfrm>
            <a:off x="3094852" y="3580728"/>
            <a:ext cx="2161753" cy="808861"/>
            <a:chOff x="3094852" y="3580728"/>
            <a:chExt cx="2161753" cy="808861"/>
          </a:xfrm>
        </p:grpSpPr>
        <p:sp>
          <p:nvSpPr>
            <p:cNvPr id="49" name="Google Shape;49;p5"/>
            <p:cNvSpPr/>
            <p:nvPr/>
          </p:nvSpPr>
          <p:spPr>
            <a:xfrm>
              <a:off x="3580505" y="358072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1" i="0" lang="en-US" sz="120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2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3580505" y="387778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1" i="0" lang="en-US" sz="96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Frontier Models with APIs, UIs</a:t>
              </a:r>
              <a:r>
                <a:rPr b="1" lang="en-US" sz="960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i="0" lang="en-US" sz="96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Multi-modality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pic>
          <p:nvPicPr>
            <p:cNvPr id="51" name="Google Shape;5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4852" y="3723344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5"/>
          <p:cNvGrpSpPr/>
          <p:nvPr/>
        </p:nvGrpSpPr>
        <p:grpSpPr>
          <a:xfrm>
            <a:off x="2114021" y="2104722"/>
            <a:ext cx="2237818" cy="752064"/>
            <a:chOff x="2114021" y="2104722"/>
            <a:chExt cx="2237818" cy="752064"/>
          </a:xfrm>
        </p:grpSpPr>
        <p:sp>
          <p:nvSpPr>
            <p:cNvPr id="53" name="Google Shape;53;p5"/>
            <p:cNvSpPr/>
            <p:nvPr/>
          </p:nvSpPr>
          <p:spPr>
            <a:xfrm>
              <a:off x="2114021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114021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3 - Open Source with HuggingFace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" name="Google Shape;55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66160" y="2456836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" name="Google Shape;56;p5"/>
          <p:cNvGrpSpPr/>
          <p:nvPr/>
        </p:nvGrpSpPr>
        <p:grpSpPr>
          <a:xfrm>
            <a:off x="5675481" y="2599898"/>
            <a:ext cx="2142708" cy="761587"/>
            <a:chOff x="5675481" y="2599898"/>
            <a:chExt cx="2142708" cy="761587"/>
          </a:xfrm>
        </p:grpSpPr>
        <p:sp>
          <p:nvSpPr>
            <p:cNvPr id="57" name="Google Shape;57;p5"/>
            <p:cNvSpPr/>
            <p:nvPr/>
          </p:nvSpPr>
          <p:spPr>
            <a:xfrm>
              <a:off x="6142089" y="259989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4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142089" y="2896959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Selecting LLMs and Code Generation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75481" y="2961535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5"/>
          <p:cNvGrpSpPr/>
          <p:nvPr/>
        </p:nvGrpSpPr>
        <p:grpSpPr>
          <a:xfrm>
            <a:off x="4266133" y="4542289"/>
            <a:ext cx="2190202" cy="1118570"/>
            <a:chOff x="4266133" y="4542289"/>
            <a:chExt cx="2190202" cy="1118570"/>
          </a:xfrm>
        </p:grpSpPr>
        <p:sp>
          <p:nvSpPr>
            <p:cNvPr id="61" name="Google Shape;61;p5"/>
            <p:cNvSpPr/>
            <p:nvPr/>
          </p:nvSpPr>
          <p:spPr>
            <a:xfrm>
              <a:off x="4266133" y="4851997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5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266133" y="514905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and Question Answering - Creating an Expert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" name="Google Shape;63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61134" y="4542289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5"/>
          <p:cNvGrpSpPr/>
          <p:nvPr/>
        </p:nvGrpSpPr>
        <p:grpSpPr>
          <a:xfrm>
            <a:off x="6827718" y="4433002"/>
            <a:ext cx="1676100" cy="1175820"/>
            <a:chOff x="6827718" y="4433002"/>
            <a:chExt cx="1676100" cy="1175820"/>
          </a:xfrm>
        </p:grpSpPr>
        <p:sp>
          <p:nvSpPr>
            <p:cNvPr id="65" name="Google Shape;65;p5"/>
            <p:cNvSpPr/>
            <p:nvPr/>
          </p:nvSpPr>
          <p:spPr>
            <a:xfrm>
              <a:off x="6827718" y="443300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6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6827718" y="473006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 Frontier Model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" name="Google Shape;6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56187" y="5208872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5"/>
          <p:cNvGrpSpPr/>
          <p:nvPr/>
        </p:nvGrpSpPr>
        <p:grpSpPr>
          <a:xfrm>
            <a:off x="8798899" y="4009023"/>
            <a:ext cx="2209367" cy="733610"/>
            <a:chOff x="8798899" y="4009023"/>
            <a:chExt cx="2209367" cy="733610"/>
          </a:xfrm>
        </p:grpSpPr>
        <p:sp>
          <p:nvSpPr>
            <p:cNvPr id="69" name="Google Shape;69;p5"/>
            <p:cNvSpPr/>
            <p:nvPr/>
          </p:nvSpPr>
          <p:spPr>
            <a:xfrm>
              <a:off x="9332166" y="410447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7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9332166" y="440153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an Open-Source Model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" name="Google Shape;7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98899" y="4009023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" name="Google Shape;72;p5"/>
          <p:cNvGrpSpPr/>
          <p:nvPr/>
        </p:nvGrpSpPr>
        <p:grpSpPr>
          <a:xfrm>
            <a:off x="7751412" y="2104722"/>
            <a:ext cx="2142589" cy="837768"/>
            <a:chOff x="7751412" y="2104722"/>
            <a:chExt cx="2142589" cy="837768"/>
          </a:xfrm>
        </p:grpSpPr>
        <p:sp>
          <p:nvSpPr>
            <p:cNvPr id="73" name="Google Shape;73;p5"/>
            <p:cNvSpPr/>
            <p:nvPr/>
          </p:nvSpPr>
          <p:spPr>
            <a:xfrm>
              <a:off x="7751412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8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751412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Finale - Agentic AI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08322" y="2533017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Setting up your environment (Op</a:t>
            </a: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tional)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I KEY.png"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006" y="2498259"/>
            <a:ext cx="1428393" cy="142839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749906" y="4018307"/>
            <a:ext cx="2880592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 up an Anthropic API Key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API KEY.png" id="84" name="Google Shape;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280" y="2498259"/>
            <a:ext cx="1428393" cy="142839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4366121" y="4018307"/>
            <a:ext cx="345671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 up a Google API Key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v..png" id="86" name="Google Shape;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4553" y="2498259"/>
            <a:ext cx="1428393" cy="142839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8940787" y="4018307"/>
            <a:ext cx="2115926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Update your .env file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08371" y="3549333"/>
            <a:ext cx="1372209" cy="611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5"/>
              <a:buFont typeface="Montserrat"/>
              <a:buNone/>
            </a:pPr>
            <a:r>
              <a:rPr b="0" i="0" lang="en-US" sz="38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00:10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745" y="2167157"/>
            <a:ext cx="3570982" cy="357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0471" y="2167092"/>
            <a:ext cx="3570982" cy="357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15% towards Mastering LLMs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2_w2_1-2.png" id="105" name="Google Shape;105;p8"/>
          <p:cNvPicPr preferRelativeResize="0"/>
          <p:nvPr/>
        </p:nvPicPr>
        <p:blipFill rotWithShape="1">
          <a:blip r:embed="rId3">
            <a:alphaModFix/>
          </a:blip>
          <a:srcRect b="1875" l="3731" r="3731" t="1875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already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 and the leading Frontier LLMs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APIs to connect to frontier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8"/>
          <p:cNvCxnSpPr/>
          <p:nvPr/>
        </p:nvCxnSpPr>
        <p:spPr>
          <a:xfrm>
            <a:off x="5156351" y="4122773"/>
            <a:ext cx="6270716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8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tomorrow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Gradio, the remarkable platform for data science UIs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simple UI using Gradio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Hook up Gradio to Frontier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