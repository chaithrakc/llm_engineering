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805492"/>
            <a:ext cx="11998500" cy="4955567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py of Brain_V4_full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1576" r="1576" t="0"/>
          <a:stretch/>
        </p:blipFill>
        <p:spPr>
          <a:xfrm>
            <a:off x="95226" y="1805492"/>
            <a:ext cx="11998500" cy="495556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2815838" y="582740"/>
            <a:ext cx="6557275" cy="446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47"/>
              <a:buFont typeface="Montserrat"/>
              <a:buNone/>
            </a:pPr>
            <a:r>
              <a:rPr b="0" i="0" lang="en-US" sz="3347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815838" y="1075163"/>
            <a:ext cx="6557275" cy="356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Montserrat"/>
              <a:buNone/>
            </a:pPr>
            <a:r>
              <a:rPr b="0" i="0" lang="en-US" sz="223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TODAY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UIs for non-frontend people!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4_w2_2-1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86631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already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619315"/>
            <a:ext cx="6897791" cy="132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Overview of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transformers and the leading Frontier LLMs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use the OpenAI API including streaming with markdown and JSON generation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Frontier APIs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7" y="4122773"/>
            <a:ext cx="6270722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490510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Today you will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923194"/>
            <a:ext cx="6897791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Describe Gradio, the remarkable platform for data science UIs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simple UI using Gradio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Hook up Gradio to Frontier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95226" y="1374952"/>
            <a:ext cx="11998500" cy="53861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24-08-22 at 11.37.18 AM.png" id="40" name="Google Shape;40;p5"/>
          <p:cNvPicPr preferRelativeResize="0"/>
          <p:nvPr/>
        </p:nvPicPr>
        <p:blipFill rotWithShape="1">
          <a:blip r:embed="rId3">
            <a:alphaModFix/>
          </a:blip>
          <a:srcRect b="1387" l="1948" r="1948" t="1387"/>
          <a:stretch/>
        </p:blipFill>
        <p:spPr>
          <a:xfrm>
            <a:off x="95226" y="1374952"/>
            <a:ext cx="11998500" cy="538610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1878337" y="597544"/>
            <a:ext cx="8432279" cy="414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8"/>
              <a:buFont typeface="Montserrat"/>
              <a:buNone/>
            </a:pPr>
            <a:r>
              <a:rPr b="0" i="0" lang="en-US" sz="310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Introducing Gradio from Hugging Face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95226" y="1993343"/>
            <a:ext cx="11998500" cy="476771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24-08-22 at 11.45.50 AM.png" id="48" name="Google Shape;48;p6"/>
          <p:cNvPicPr preferRelativeResize="0"/>
          <p:nvPr/>
        </p:nvPicPr>
        <p:blipFill rotWithShape="1">
          <a:blip r:embed="rId3">
            <a:alphaModFix/>
          </a:blip>
          <a:srcRect b="-1708" l="-299" r="-299" t="-1708"/>
          <a:stretch/>
        </p:blipFill>
        <p:spPr>
          <a:xfrm>
            <a:off x="95226" y="1993343"/>
            <a:ext cx="11998500" cy="476771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2114021" y="795208"/>
            <a:ext cx="7960909" cy="637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81"/>
              <a:buFont typeface="Montserrat"/>
              <a:buNone/>
            </a:pPr>
            <a:r>
              <a:rPr b="0" i="0" lang="en-US" sz="478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When I said it was easy..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now we will: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7"/>
          <p:cNvGrpSpPr/>
          <p:nvPr/>
        </p:nvGrpSpPr>
        <p:grpSpPr>
          <a:xfrm>
            <a:off x="624208" y="2814410"/>
            <a:ext cx="3131989" cy="1980853"/>
            <a:chOff x="624208" y="2814410"/>
            <a:chExt cx="3131989" cy="1980853"/>
          </a:xfrm>
        </p:grpSpPr>
        <p:pic>
          <p:nvPicPr>
            <p:cNvPr descr="API UI2.png" id="57" name="Google Shape;57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76006" y="2814410"/>
              <a:ext cx="1428393" cy="142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7"/>
            <p:cNvSpPr/>
            <p:nvPr/>
          </p:nvSpPr>
          <p:spPr>
            <a:xfrm>
              <a:off x="624208" y="4334458"/>
              <a:ext cx="3131989" cy="460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a UI for API calls to </a:t>
              </a: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Frontier Models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" name="Google Shape;59;p7"/>
          <p:cNvGrpSpPr/>
          <p:nvPr/>
        </p:nvGrpSpPr>
        <p:grpSpPr>
          <a:xfrm>
            <a:off x="4648942" y="2814410"/>
            <a:ext cx="2891067" cy="1980853"/>
            <a:chOff x="4648942" y="2814410"/>
            <a:chExt cx="2891067" cy="1980853"/>
          </a:xfrm>
        </p:grpSpPr>
        <p:pic>
          <p:nvPicPr>
            <p:cNvPr descr="Brochure.png"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80280" y="2814410"/>
              <a:ext cx="1428393" cy="142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4648942" y="4334458"/>
              <a:ext cx="2891067" cy="460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a UI for the Company Brochure from Week 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7"/>
          <p:cNvGrpSpPr/>
          <p:nvPr/>
        </p:nvGrpSpPr>
        <p:grpSpPr>
          <a:xfrm>
            <a:off x="8249445" y="2814410"/>
            <a:ext cx="3498610" cy="1750451"/>
            <a:chOff x="8249445" y="2814410"/>
            <a:chExt cx="3498610" cy="1750451"/>
          </a:xfrm>
        </p:grpSpPr>
        <p:pic>
          <p:nvPicPr>
            <p:cNvPr descr="Streamline Markdown.png" id="63" name="Google Shape;6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84553" y="2814410"/>
              <a:ext cx="1428393" cy="142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7"/>
            <p:cNvSpPr/>
            <p:nvPr/>
          </p:nvSpPr>
          <p:spPr>
            <a:xfrm>
              <a:off x="8249445" y="4334458"/>
              <a:ext cx="3498610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Include Streaming and Markdown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have leveled up again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3_w2_2-1.png" id="73" name="Google Shape;73;p8"/>
          <p:cNvPicPr preferRelativeResize="0"/>
          <p:nvPr/>
        </p:nvPicPr>
        <p:blipFill rotWithShape="1">
          <a:blip r:embed="rId3">
            <a:alphaModFix/>
          </a:blip>
          <a:srcRect b="216" l="2136" r="2136" t="216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8"/>
          <p:cNvSpPr/>
          <p:nvPr/>
        </p:nvSpPr>
        <p:spPr>
          <a:xfrm>
            <a:off x="5156392" y="2186631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already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5156392" y="2619315"/>
            <a:ext cx="6897791" cy="132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use the OpenAI API including streaming with markdown and JSON generation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Frontier APIs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UIs for your solutions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8"/>
          <p:cNvCxnSpPr/>
          <p:nvPr/>
        </p:nvCxnSpPr>
        <p:spPr>
          <a:xfrm>
            <a:off x="5156351" y="4122773"/>
            <a:ext cx="6270716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" name="Google Shape;77;p8"/>
          <p:cNvSpPr/>
          <p:nvPr/>
        </p:nvSpPr>
        <p:spPr>
          <a:xfrm>
            <a:off x="5156392" y="4490510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Tomorrow you will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5156392" y="4923194"/>
            <a:ext cx="6897791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Chat UI in Gradio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 context in a prompt including multi-shot prompting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your first customer support AI assistant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